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85EFA-F103-7A69-99D9-5FE9871A5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C8EB02-4DFD-A8F4-0AC2-6FE0BA804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66FD3-5275-E88E-4386-C15324A98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269BD-2009-45FD-BF20-0C7340CF9594}" type="datetimeFigureOut">
              <a:rPr lang="en-GB" smtClean="0"/>
              <a:t>26/02/2023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F7D36-B625-9AB2-D60E-A446546D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31A7F-9162-9EBF-7353-3507D72B0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302-A2A0-4A3C-9710-F9594EECE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05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76CCF-5A7A-91A8-41D2-531081A15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067AC-64B2-6DE0-7A10-CDC78465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24AE0-5941-A9A4-2767-28D573877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269BD-2009-45FD-BF20-0C7340CF9594}" type="datetimeFigureOut">
              <a:rPr lang="en-GB" smtClean="0"/>
              <a:t>26/02/2023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52F27-8E33-5A77-9406-BFF44E2F6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3F490-F54D-E925-7983-A17EADE57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302-A2A0-4A3C-9710-F9594EECE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582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1F17B-B053-E565-1852-01BF0E21E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961E7-76BC-73D3-F5D9-8C84E164C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EBFB6-1D9F-4283-122F-E1EF144A4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269BD-2009-45FD-BF20-0C7340CF9594}" type="datetimeFigureOut">
              <a:rPr lang="en-GB" smtClean="0"/>
              <a:t>26/02/2023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6803C-5386-D8F9-B385-D5A5C3E45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A1BF8-3206-5A5C-E8AB-852CA151D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302-A2A0-4A3C-9710-F9594EECE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23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2BA25-7A7F-3405-698C-9ADC2D6A3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19B44-D233-35EB-24CB-B77EC7A91C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56400-BE31-6D6E-EB4F-7A5FDCD9B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33034-3CA2-9B08-364F-7CEAE7642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269BD-2009-45FD-BF20-0C7340CF9594}" type="datetimeFigureOut">
              <a:rPr lang="en-GB" smtClean="0"/>
              <a:t>26/02/2023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3A345-CF06-5931-E37F-92BB11704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50601-AEF4-BA9D-4186-00220F6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302-A2A0-4A3C-9710-F9594EECE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326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84B04-C041-D2F8-7705-DA26D6130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3676C-DA3A-7C91-D3B9-8D95A808B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43891-27F5-B06A-DE05-4EF71DB70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C97EE5-6F91-D0FB-1D9C-A5B6CA06F9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751672-6796-3F8F-C1F0-F2DB4E72D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CD13B1-D8BB-ADCB-DEF4-6285813D1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269BD-2009-45FD-BF20-0C7340CF9594}" type="datetimeFigureOut">
              <a:rPr lang="en-GB" smtClean="0"/>
              <a:t>26/02/2023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379B52-1587-20A9-13CD-E72CC1B4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8CB096-9540-10B4-126F-BBBEA89CE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302-A2A0-4A3C-9710-F9594EECE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902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4803-B123-B60D-EF76-C8B3FA68C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F4E916-76F2-A1AD-47E5-7FEE1D8B5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269BD-2009-45FD-BF20-0C7340CF9594}" type="datetimeFigureOut">
              <a:rPr lang="en-GB" smtClean="0"/>
              <a:t>26/02/2023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8AEF7-25AD-CF17-FF6E-46A426906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6069BA-12CC-B42C-674D-4B0785347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302-A2A0-4A3C-9710-F9594EECE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461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18DE7-DEB8-A471-3432-AE118D34D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269BD-2009-45FD-BF20-0C7340CF9594}" type="datetimeFigureOut">
              <a:rPr lang="en-GB" smtClean="0"/>
              <a:t>26/02/2023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B75559-4F67-149F-98FA-22681A5D1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7F51C-63A6-C249-3EE3-8E341B2D2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302-A2A0-4A3C-9710-F9594EECE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634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D356D-E8FC-CB19-998C-842CEAF61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AA7AE-B673-8467-069F-74EAE80FC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344962-6112-BA23-76B3-418A13E44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3A45E-098C-4DC8-AB1F-2C22BD68B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269BD-2009-45FD-BF20-0C7340CF9594}" type="datetimeFigureOut">
              <a:rPr lang="en-GB" smtClean="0"/>
              <a:t>26/02/2023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46DF9-ED1D-BF0C-FC57-A5DA3B9DE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9E4B9-3AE2-DA65-CE41-59D7BB59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302-A2A0-4A3C-9710-F9594EECE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54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3C631-07FF-B005-00A3-C317E5EBF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FD5A0-5145-0CBE-BE6B-637FD8D5DC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DF526-781C-CEAD-B7BB-A81279316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2D8BF-5AE8-4181-1B8B-C82CEF72A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269BD-2009-45FD-BF20-0C7340CF9594}" type="datetimeFigureOut">
              <a:rPr lang="en-GB" smtClean="0"/>
              <a:t>26/02/2023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AEAC9-06A6-A0D8-CEBC-2146637EE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F4173-6DF2-0C26-7F43-DC014E74C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302-A2A0-4A3C-9710-F9594EECE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64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ED075-7F79-8182-0A2D-04C8C87A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767717-BBAA-D3FB-C17A-3DCEA9E4D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C85EE-2E45-88B5-52F1-4546D2A31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269BD-2009-45FD-BF20-0C7340CF9594}" type="datetimeFigureOut">
              <a:rPr lang="en-GB" smtClean="0"/>
              <a:t>26/02/2023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EB5F6-BB49-EBBB-14B0-501D692A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03CC1-FB65-CF52-EB8F-909456E03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302-A2A0-4A3C-9710-F9594EECE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3285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21F0D9-F4C8-C2A9-344E-6EC12A1A24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053F2-1A7D-9BAE-D6BB-C09C63E23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A2C15-4F1B-658F-8527-D7CEBF9F7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269BD-2009-45FD-BF20-0C7340CF9594}" type="datetimeFigureOut">
              <a:rPr lang="en-GB" smtClean="0"/>
              <a:t>26/02/2023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CD170-A82D-DF32-2B3B-1A0745D93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9542E-7173-FD75-2495-7FC35CC00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302-A2A0-4A3C-9710-F9594EECE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104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F9ED5C-C73B-0D09-7A3E-3A5836C7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E57B1-ED8C-4C25-11BB-B912EA9F2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0146B-968E-570E-C4DA-415BC15846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269BD-2009-45FD-BF20-0C7340CF9594}" type="datetimeFigureOut">
              <a:rPr lang="en-GB" smtClean="0"/>
              <a:t>26/02/2023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55934-1DDA-48DE-A653-3AF63A52A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606F6-FC32-F085-CD8C-611260538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C0302-A2A0-4A3C-9710-F9594EECE9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857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0C75C01-53F2-8913-BF39-4EA96995770C}"/>
              </a:ext>
            </a:extLst>
          </p:cNvPr>
          <p:cNvGrpSpPr/>
          <p:nvPr/>
        </p:nvGrpSpPr>
        <p:grpSpPr>
          <a:xfrm>
            <a:off x="618095" y="218176"/>
            <a:ext cx="9011701" cy="6120000"/>
            <a:chOff x="618095" y="218176"/>
            <a:chExt cx="9011701" cy="6120000"/>
          </a:xfrm>
        </p:grpSpPr>
        <p:pic>
          <p:nvPicPr>
            <p:cNvPr id="5" name="Picture 4" descr="A picture containing text, blackboard, night sky&#10;&#10;Description automatically generated">
              <a:extLst>
                <a:ext uri="{FF2B5EF4-FFF2-40B4-BE49-F238E27FC236}">
                  <a16:creationId xmlns:a16="http://schemas.microsoft.com/office/drawing/2014/main" id="{05F043B0-CF85-C01B-0CFB-D64B19D1A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095" y="218176"/>
              <a:ext cx="9011701" cy="6120000"/>
            </a:xfrm>
            <a:prstGeom prst="rect">
              <a:avLst/>
            </a:prstGeom>
          </p:spPr>
        </p:pic>
        <p:pic>
          <p:nvPicPr>
            <p:cNvPr id="6" name="Picture 5" descr="A person taking a selfie by a river&#10;&#10;Description automatically generated with medium confidence">
              <a:extLst>
                <a:ext uri="{FF2B5EF4-FFF2-40B4-BE49-F238E27FC236}">
                  <a16:creationId xmlns:a16="http://schemas.microsoft.com/office/drawing/2014/main" id="{87555011-D65D-643C-71BD-F087EAC2EB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086" b="15805"/>
            <a:stretch/>
          </p:blipFill>
          <p:spPr>
            <a:xfrm>
              <a:off x="657762" y="3884204"/>
              <a:ext cx="2403110" cy="2342507"/>
            </a:xfrm>
            <a:prstGeom prst="ellipse">
              <a:avLst/>
            </a:prstGeom>
            <a:ln w="190500" cap="rnd">
              <a:noFill/>
              <a:prstDash val="solid"/>
            </a:ln>
            <a:effectLst>
              <a:outerShdw blurRad="127000" algn="bl" rotWithShape="0">
                <a:srgbClr val="000000"/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FB43552-40F5-E0FE-0C81-9A4BABE0A10C}"/>
                </a:ext>
              </a:extLst>
            </p:cNvPr>
            <p:cNvSpPr txBox="1"/>
            <p:nvPr/>
          </p:nvSpPr>
          <p:spPr>
            <a:xfrm>
              <a:off x="3144748" y="4551338"/>
              <a:ext cx="5986382" cy="13542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500" b="1" dirty="0"/>
                <a:t>Lourival Lima</a:t>
              </a:r>
            </a:p>
            <a:p>
              <a:r>
                <a:rPr lang="en-US" sz="1900" dirty="0"/>
                <a:t>Associate</a:t>
              </a:r>
              <a:r>
                <a:rPr lang="pt-BR" sz="1900" dirty="0"/>
                <a:t> Professor</a:t>
              </a:r>
            </a:p>
            <a:p>
              <a:r>
                <a:rPr lang="en-US" sz="1900" dirty="0"/>
                <a:t>Department</a:t>
              </a:r>
              <a:r>
                <a:rPr lang="en-GB" sz="1900" dirty="0"/>
                <a:t> of Mathematical and Computational Sciences,</a:t>
              </a:r>
            </a:p>
            <a:p>
              <a:r>
                <a:rPr lang="en-GB" sz="1900" dirty="0"/>
                <a:t>Yachay Tech University - UITEY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6437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lourival lima</dc:creator>
  <cp:lastModifiedBy>lourival lima</cp:lastModifiedBy>
  <cp:revision>1</cp:revision>
  <dcterms:created xsi:type="dcterms:W3CDTF">2023-02-26T17:22:13Z</dcterms:created>
  <dcterms:modified xsi:type="dcterms:W3CDTF">2023-02-26T17:32:04Z</dcterms:modified>
</cp:coreProperties>
</file>